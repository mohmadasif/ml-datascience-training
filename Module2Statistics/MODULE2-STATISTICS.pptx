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6DE62-3F71-5882-979A-445BC5186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BB0D71-AE27-2D6B-5FCD-533798DCE8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4DA2D-74FD-3A80-5C97-D1E80E618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CA9B0-B80E-4F61-B84C-77BCA9E86C9B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5BF7F-FA12-9388-0590-E5A44337E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2580C-C588-A129-B74C-CF0A8CD94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38C6-7220-4129-9A83-D0D2303E7D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152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36D5B-7F3E-DC2A-79C0-DDF8BA435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6B21F-43C9-7B71-1627-2C2E11513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5C785-295E-2B39-892E-B716E2DCE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CA9B0-B80E-4F61-B84C-77BCA9E86C9B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C3148-7279-4E82-CF9E-4F32857E8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CF67D-E1D2-E333-B97F-2ECBD8295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38C6-7220-4129-9A83-D0D2303E7D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359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BDE6-AB72-69EF-C271-B5A5FF458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9FE653-9CD8-F498-3F7C-5901FE75A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D161B-A38E-C85E-85F1-E2FFCD497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CA9B0-B80E-4F61-B84C-77BCA9E86C9B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4AA7C-5B90-4F36-A17C-B9D6DA2E6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F4CA8-C416-F759-232F-18BE3AFCF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38C6-7220-4129-9A83-D0D2303E7D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964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9D83D-4BE7-20BF-4897-692AE1F1F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C717A-899D-E87B-1EC0-21508D14DF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468A0-4C92-43AD-939D-3670817684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AB4B5D-C158-7459-959B-252607B76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CA9B0-B80E-4F61-B84C-77BCA9E86C9B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1F1BF-1B36-74D6-FEB9-1CEBE5EBE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4093F-BF71-D520-8377-7C7D0CD11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38C6-7220-4129-9A83-D0D2303E7D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622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2ED3B-8E1B-69AA-D97E-9939AA4B9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7AB43E-20F6-428C-6DA6-66C65A7F2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76DB64-67CE-9BDD-1943-BC5A4821B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894529-0BBA-0F11-5A5B-22A376FC4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CF03EC-8E9B-8EF3-9642-060B76AB37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23278F-5274-DB8F-E68C-C0F8579A8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CA9B0-B80E-4F61-B84C-77BCA9E86C9B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60D860-D5F5-9BCD-D0C7-762513784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38CC42-7BD4-734D-4C34-C1BDB1BC6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38C6-7220-4129-9A83-D0D2303E7D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588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5D6F5-8B02-6ABF-4412-060372458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8CB444-7CCB-8360-2327-6EE4A5278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CA9B0-B80E-4F61-B84C-77BCA9E86C9B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A26EDC-665A-8401-0239-9F0B86631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2C3884-2756-5549-7D0C-D496AFA6B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38C6-7220-4129-9A83-D0D2303E7D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508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1EB13B-E488-E103-BE5E-74A2F1911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CA9B0-B80E-4F61-B84C-77BCA9E86C9B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152B0C-90A3-626B-9CA0-113CAD88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D2E1C-2D9B-C354-C61B-587C8FAB9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38C6-7220-4129-9A83-D0D2303E7D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730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5D8D9-DCA9-80B6-6623-5F74D18B4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64D4F-DE49-83AC-0757-20702F00E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BAD056-71E2-86A4-48D6-BB26ED7ECE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C4DE96-4145-81B5-1078-FE0EC23BC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CA9B0-B80E-4F61-B84C-77BCA9E86C9B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06CA4-0C4E-DD96-005C-023E70F93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299F6-012B-4542-869D-48498B086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38C6-7220-4129-9A83-D0D2303E7D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674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AB791-FB25-EA9E-6A96-AD0A6252E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4944A0-8102-A876-7EB3-F81DC8DE4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35B9B1-9EDC-F09D-A60C-C9CF9C16DF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4E246F-8A8E-383D-E6FF-DF872536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CA9B0-B80E-4F61-B84C-77BCA9E86C9B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0E88E-60DC-ABED-D4FA-8BE0F5623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E80B9-D632-1A36-79B9-B44383685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38C6-7220-4129-9A83-D0D2303E7D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912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5EFF0-5BE0-9F50-8079-3BEF74814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33D5DD-3DCF-E1CC-6734-D68AAF47B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E1D5-D7A1-056E-AE87-D5EBB0C3F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CA9B0-B80E-4F61-B84C-77BCA9E86C9B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E2271-5282-19E8-B2D0-DE084534D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28466-FA57-7935-BF9E-376ABE12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38C6-7220-4129-9A83-D0D2303E7D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33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1138F5-87C7-5A48-85EE-404D4C9233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9EFAD-7DDC-E7CB-63B7-1FC61F4B0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DA5F2-5074-38B3-28CE-3BA83FB23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CA9B0-B80E-4F61-B84C-77BCA9E86C9B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622BE-E93D-BA9F-D90E-EF1423F62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4BF40-018A-94BE-3A06-4C7C8D2AC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38C6-7220-4129-9A83-D0D2303E7D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368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2BF203-E131-97A3-9A3D-D8CE2A1F3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E83B3-7C61-E558-801F-F93C15174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BEC41-1743-043C-E7C5-B43F288A5E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8CA9B0-B80E-4F61-B84C-77BCA9E86C9B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E6824-8C74-6D9F-D1AD-D3FA840C3B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6F332-24FD-74AB-0893-82B98954E0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A38C6-7220-4129-9A83-D0D2303E7D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159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F49C7-214E-8CB8-E0F7-0C55A63651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7200" b="1" dirty="0"/>
              <a:t>MODULE2-STATISTICS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BDBD74-43BB-40B1-FA87-3AA425252B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MAL 30-08-2026</a:t>
            </a:r>
          </a:p>
          <a:p>
            <a:endParaRPr lang="en-IN" sz="2000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52858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B82A7A-3C6F-F8C3-5498-75A733664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160" y="0"/>
            <a:ext cx="8077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615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48CA0A-E228-574D-752E-9945C62968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22" y="0"/>
            <a:ext cx="120788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994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D1BAE6-CB90-9C34-0F98-335B959FF5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" y="0"/>
            <a:ext cx="111709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908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ED0A1B-FB1E-507D-8B6F-949DFA31B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898" y="120036"/>
            <a:ext cx="110337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075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C7301B-1471-E733-9676-559FC28F5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458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F47D38-E66D-EFCB-3E09-478C35164F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47" y="0"/>
            <a:ext cx="113404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98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27850ED-5998-DD8C-3704-A6212E6B2F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769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06E900-4924-88E0-B4D9-75E8874630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19" y="0"/>
            <a:ext cx="117269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901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3</Words>
  <Application>Microsoft Office PowerPoint</Application>
  <PresentationFormat>Widescreen</PresentationFormat>
  <Paragraphs>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MODULE2-STATISTICS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Mohmsd Asif Lone</dc:creator>
  <cp:lastModifiedBy>Mohmsd Asif Lone</cp:lastModifiedBy>
  <cp:revision>9</cp:revision>
  <dcterms:created xsi:type="dcterms:W3CDTF">2026-08-30T10:37:50Z</dcterms:created>
  <dcterms:modified xsi:type="dcterms:W3CDTF">2026-09-03T05:37:29Z</dcterms:modified>
</cp:coreProperties>
</file>