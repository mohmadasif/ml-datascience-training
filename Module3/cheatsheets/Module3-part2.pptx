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4ABF9-0DF7-B459-6F51-79977378FA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8BD3AE-262D-9628-DB39-3FC7002B62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FA3BB2-4815-7083-1670-D5435A142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AF50E-A701-4830-8342-B45F0371681E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8DB75D-08B2-7DA8-518B-E07124A155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5C5E1C-AA8D-8C38-0CDB-8B7D360CEA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FB269-4472-43C2-BD3A-82B826AB0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47784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4A26FC-7B3B-C8C2-26F0-C60E3F4625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58F7D3-400E-70B5-E2C6-1F2C6B04B0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AA6F63-A28F-2BB8-5DD8-01D29951A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AF50E-A701-4830-8342-B45F0371681E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69D993-2A3B-9441-5398-080992CA4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42AAAC-6898-624E-8A6C-AFD9FE904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FB269-4472-43C2-BD3A-82B826AB0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8493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516D4-38EE-2799-848B-1356E40116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05A0B-7B2D-5849-BEB3-1A6F31FA98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AB4EA-2136-9252-0EDA-873B7EE6C5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AF50E-A701-4830-8342-B45F0371681E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67C3B4-E125-49B8-DCD5-6DE77F6F48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B0564-0F4F-2426-4E49-C80518EC5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FB269-4472-43C2-BD3A-82B826AB0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7969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6C208F-1334-CF53-63BC-32311A6D8E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A975D1-445B-05B7-26A5-B4DC8A476C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2040277-030D-8FCB-DC22-082E4538CC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6F3CA2-550F-CD2C-EC44-3AB0A1671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AF50E-A701-4830-8342-B45F0371681E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3A90FC-E7DE-B09E-F890-4ECD673E8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144357-E3FF-4DD8-311F-3F14CA9CD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FB269-4472-43C2-BD3A-82B826AB0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816601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9D935-40DB-262B-E4E4-622A5D09AD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662E9B-6BAF-EF75-4CBB-E696201BB0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293AF3-1848-670C-624D-E5D12A6194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CC68C98-7538-7042-4FE2-9E71024832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0E5537-9972-5ACE-4822-C97B45B9A8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9F0968A-5945-95E3-EF9E-B4B06D8C0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AF50E-A701-4830-8342-B45F0371681E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DEA27F-2605-6F29-CBFB-10ABB2B2D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DC5BE15-D1BE-B013-70FA-714177133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FB269-4472-43C2-BD3A-82B826AB0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85421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7EA0D-9087-9F31-2B7C-5CAA4AABCD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5BFDC1-AB4F-2B9B-9FC4-5942D0B3A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AF50E-A701-4830-8342-B45F0371681E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62270BF-6DD5-23A3-EF1B-78ED6452B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E65952-A4C4-6521-08E9-DB29F4966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FB269-4472-43C2-BD3A-82B826AB0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2722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487A1C-C246-F566-087B-189219AAEA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AF50E-A701-4830-8342-B45F0371681E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4F26643-71D4-4C1A-DA92-BA6559B2D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C16179-D7B8-AA9E-C4B3-45B92BDC11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FB269-4472-43C2-BD3A-82B826AB0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47498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279C1-4285-C7F2-6926-3033C04EEB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970D7-4D6C-F284-E0B1-68AE27FEF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9FCB45-0C53-0146-4B40-958E6009AD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33E733-45DF-87D6-B026-D09BA7137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AF50E-A701-4830-8342-B45F0371681E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139D83-AD44-BAAB-F14E-08BEA7A96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76D253-3753-77E6-D31C-24E23945F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FB269-4472-43C2-BD3A-82B826AB0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44635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E5AA12-5586-2B57-0D06-7A58964EF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3A0C95-B449-9F61-1E10-88DCA5B7D8B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C32900-C9F1-6AF8-5803-32252343FE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2F01DD-8AA7-A530-3E9B-C9062465B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AF50E-A701-4830-8342-B45F0371681E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6DB7EC-04E2-8254-0494-BC360E586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82432FB-C107-D70E-3F1A-F85CBD3A99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FB269-4472-43C2-BD3A-82B826AB0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2562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30EF86-7AE3-D42D-AFA2-46B9187E0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BDF67B-BE11-D458-69D4-2CD608E892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4F98AE-FFCE-F4D3-1052-9BE7017880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AF50E-A701-4830-8342-B45F0371681E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21FD65-124E-CF52-6234-E49F666F4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19EA18-02B5-8D39-55E0-894BC99A1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FB269-4472-43C2-BD3A-82B826AB0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05053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D69BDEA-F932-AA07-3BCE-4FD65606DF4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289C6C2-CE76-4EA3-31F2-3E69115BA9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28E0C9-AE2E-4072-46F7-3FEBFF3511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AF50E-A701-4830-8342-B45F0371681E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CCD66-99BE-3AB7-31FD-C6A3593F25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DFC5BA-FC15-52F2-01A6-EA3EB073E8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FB269-4472-43C2-BD3A-82B826AB0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22229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EE840D3-8D5F-A5B8-22E9-0AC6C79E2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B8115ED-2563-59A7-DCCE-1977676DE0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91BB77-EDDE-04F8-1DCA-6B0AC0EF9D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FAF50E-A701-4830-8342-B45F0371681E}" type="datetimeFigureOut">
              <a:rPr lang="en-IN" smtClean="0"/>
              <a:t>04-10-2026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760697-A489-1399-5960-72C731842D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B978E9-4CDE-D943-2E47-7BD962C830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9FB269-4472-43C2-BD3A-82B826AB06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1486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71468-BC08-8562-46BC-728F961588E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Module3-part2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AE1522-7E64-03A5-C46E-22D02156D40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AI-ML training</a:t>
            </a:r>
          </a:p>
        </p:txBody>
      </p:sp>
    </p:spTree>
    <p:extLst>
      <p:ext uri="{BB962C8B-B14F-4D97-AF65-F5344CB8AC3E}">
        <p14:creationId xmlns:p14="http://schemas.microsoft.com/office/powerpoint/2010/main" val="4129287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2EACB29-81B5-EA99-57F6-D252DBC111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742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04FAF6-8BD0-4D9F-F514-E3F9200C53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97650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4B5941-4086-F77A-EDA4-70CA567CD1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2075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68DBE7-F02E-AE44-3A47-D648627ADD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4494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3A9CE04-2DB8-37CA-B67B-49376342A1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7338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93C130-1542-8C17-FC20-DD9735213C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9680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FEBF647-5297-E539-E542-44CD60E6E7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19343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630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C0CAB4-C856-65A6-38E0-35E74333FE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136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EE0352-A319-43C3-1C0D-E17CB601F84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8489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123034-7FFB-B9C4-4C9C-F67B7D5FE4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23635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E54B0D-C5A0-69E4-C1EF-4E2925B2D0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8763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Widescreen</PresentationFormat>
  <Paragraphs>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Calibri Light</vt:lpstr>
      <vt:lpstr>Office Theme</vt:lpstr>
      <vt:lpstr>Module3-part2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Mohmsd Asif Lone</dc:creator>
  <cp:lastModifiedBy>Mohmsd Asif Lone</cp:lastModifiedBy>
  <cp:revision>1</cp:revision>
  <dcterms:created xsi:type="dcterms:W3CDTF">2026-10-04T14:38:03Z</dcterms:created>
  <dcterms:modified xsi:type="dcterms:W3CDTF">2026-10-04T14:38:26Z</dcterms:modified>
</cp:coreProperties>
</file>