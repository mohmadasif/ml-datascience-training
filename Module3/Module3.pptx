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msd Asif Lone" userId="d4e3e7ee0096426a" providerId="LiveId" clId="{C3837E1B-5C17-4FA8-8B8F-C2E62FCA6CC3}"/>
    <pc:docChg chg="addSld modSld">
      <pc:chgData name="Mohmsd Asif Lone" userId="d4e3e7ee0096426a" providerId="LiveId" clId="{C3837E1B-5C17-4FA8-8B8F-C2E62FCA6CC3}" dt="2026-09-16T03:39:14.189" v="1" actId="931"/>
      <pc:docMkLst>
        <pc:docMk/>
      </pc:docMkLst>
      <pc:sldChg chg="addSp modSp new mod">
        <pc:chgData name="Mohmsd Asif Lone" userId="d4e3e7ee0096426a" providerId="LiveId" clId="{C3837E1B-5C17-4FA8-8B8F-C2E62FCA6CC3}" dt="2026-09-16T03:39:14.189" v="1" actId="931"/>
        <pc:sldMkLst>
          <pc:docMk/>
          <pc:sldMk cId="580015711" sldId="261"/>
        </pc:sldMkLst>
        <pc:picChg chg="add mod">
          <ac:chgData name="Mohmsd Asif Lone" userId="d4e3e7ee0096426a" providerId="LiveId" clId="{C3837E1B-5C17-4FA8-8B8F-C2E62FCA6CC3}" dt="2026-09-16T03:39:14.189" v="1" actId="931"/>
          <ac:picMkLst>
            <pc:docMk/>
            <pc:sldMk cId="580015711" sldId="261"/>
            <ac:picMk id="3" creationId="{0BCFC6B4-DDB0-F511-1FFC-4742D60E0C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3054-31D8-F4B1-A27E-1D026D550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A29BD-2421-EF2D-B911-7A23E3A2D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402EA-0F63-8404-25AB-8AE9D7BE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559BB-1593-5530-FC5F-1A0B61FB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162C1-C179-0040-5342-8A8B7C4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1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8E27-8417-0BAC-C3DF-9776042BA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AF00B-A4E7-505F-0F76-DFDC21E87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7BF89-CFC8-F0FE-86CC-83C44FF7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45804-7B21-EC6C-5045-9D260066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2C796-E5DE-FC30-169F-F184C87C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71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AD9F-7E04-D5D8-3B05-8357D0D8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9AE72-8F55-237A-F287-6038612EE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E3305-B274-91CD-4432-129B7D88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9A66E-75AB-98E3-1BC8-D88C51AC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1C46D-3D18-3AE2-DE05-5186EA3C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2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22E9-BAAE-D4DD-AAA5-55667FA6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3E820-08B0-0387-9C25-199CB4C55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407F9-8D3B-3192-08B7-75AF3671C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75AB9-1F7C-7E8D-81A8-7EDDCC06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6D2A9-F52F-AF5B-3E05-AA4D5E9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478A9-FBDA-DFAA-AF8F-5267DF2A8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19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6251-8969-9F40-6617-C1F1FBA3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47FF8-D6E8-7F1D-F18F-77AFE2644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5B168-CE4B-EAB7-9989-626370347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CD97A7-FC02-CD39-2728-A2C92D700E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B667E-C90E-34ED-8E72-257322E334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088E2-553A-F8B3-9AAD-CCAB4A11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3AB6C5-97E5-FADB-35BB-B54A55BBE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B8AA7-7ECC-17EE-B936-B7AFA099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7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6931-7373-E16F-77AD-E41A4B0D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6A0C0-B34D-BDF2-D4C6-62C98F0A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7782F-6F1A-CAD3-46C3-711272B1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BA605-845F-79F8-5D90-6F1C219D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8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3BF0E-4389-709A-DFF2-7EAA2B45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A4388-CA85-3778-4D0E-27E75720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1447E-DD2D-E9DF-1955-AAC99107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16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7279-9EB0-6B5F-81AB-43D395FE8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A0E9C-2960-9CBC-2C58-9A4010F6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B655E-7279-65DE-4F24-A3C910CDD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BE73E-2735-01F2-A4EA-A5DDB8DE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EFB6-A2BD-EA23-D69A-99B81BAC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7B7BF-675D-0696-E172-559D8FE2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8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B99E-8BA6-3E44-E046-DB95AF36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FE533-769B-2E26-1E0D-9590BC494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F846F-1D66-FF58-CB80-18C0BF3CB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57805-1ECC-0B3F-823F-FD63229D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154AC-59AB-514D-9A24-6E2ABE85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19CEC-5287-C158-1496-106D0FB7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20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E46CB-9FA8-37C4-4AD1-CDF4D6F9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99BEA-FF8C-9610-263D-3932B752E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F705E-3411-8850-15FE-9C3811BB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0AA57-0F3E-3A1C-073E-AE839F6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CB58B-B1B1-4264-FDA7-6E6690CC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61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14B1A0-EDAC-48F1-F9C1-895A1170C0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34613-88D3-692F-690C-AD5859E65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3F7E-F21F-8979-7013-6CD50E38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AF7C5-1089-D25C-53C0-043395CDC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8528D-1BBF-DD31-6632-DFC4EFF0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61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DB702-987E-A081-87FD-674F2A2D8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8A917-2284-2E8D-FD11-C80BB4D09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E6135-6B57-B2E9-6893-7701E0305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6BA42-9C81-4E3E-8B01-1455AF50C894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07B53-2429-9674-AC7D-605338AA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2322C-F8E6-C375-BF2E-253E8D07D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11608-B3F3-44B5-91EB-4C689EF70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49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10A698-B08D-3C19-6417-92128D78F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26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ED3F04-EF06-C911-220C-F2208CCB3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8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FA4BC-72AB-11E1-BFA1-54617A396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02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70998D-2290-8011-69C4-161D2B4DA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36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FC6B4-DDB0-F511-1FFC-4742D60E0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1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5F8B9-80FD-3067-17DC-09E3CB9AB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7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3E4CCC-DA41-3ACC-C63A-74A3B7050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92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BEEB44-C1DE-DDFA-3E20-99B7824B0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27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Mohmsd Asif Lone</dc:creator>
  <cp:lastModifiedBy>Mohmsd Asif Lone</cp:lastModifiedBy>
  <cp:revision>2</cp:revision>
  <dcterms:created xsi:type="dcterms:W3CDTF">2026-09-16T03:24:49Z</dcterms:created>
  <dcterms:modified xsi:type="dcterms:W3CDTF">2026-09-18T09:23:05Z</dcterms:modified>
</cp:coreProperties>
</file>