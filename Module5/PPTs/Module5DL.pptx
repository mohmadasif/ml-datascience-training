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29D4C-6203-1C90-F824-CEAABE6A9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98DB00-2BCE-20CD-06A9-75786B6D47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A9742-C173-20ED-7247-EE0981373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4896D-509C-4494-AAE1-C3BEC71AEC0D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E3527-60F6-55EA-0F8F-B895146EA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45079-9C08-1165-9E2A-122FEAA6C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D4E61-232D-4CD7-8BFC-563809F3C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555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AEF51-977A-933A-2A33-238F264AD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D3DC1-8E16-EB29-14A6-D72005781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F9D41-8F9E-EC2C-B77C-36D0C46D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4896D-509C-4494-AAE1-C3BEC71AEC0D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79D89-DEF2-0116-8F01-F51B4B0D5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015AA-D577-DB22-24C2-FB124049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D4E61-232D-4CD7-8BFC-563809F3C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830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A1FF0-2903-2FE8-57DF-B3E1958F6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E7DF8-8128-B5A8-B5BF-CE3AC512A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3EA66-8088-AF3D-9D16-FDB94E0BD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4896D-509C-4494-AAE1-C3BEC71AEC0D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46A53-8A73-9EBE-4F7E-08C0ED793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92B73-C1B1-B79F-D18D-FC04D5022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D4E61-232D-4CD7-8BFC-563809F3C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066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85B8A-DB21-C937-1268-9DD7A6A24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176AB-F3CD-0A0D-32C9-FFBA9F9AEA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8DA263-83D0-14A5-ACD4-025A5CB82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0302E-3DFC-BE6F-F675-312F3741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4896D-509C-4494-AAE1-C3BEC71AEC0D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44CC1-06A8-F3E6-449D-F57A660FA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1C1AC-791C-23EF-A667-A6AB6A69E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D4E61-232D-4CD7-8BFC-563809F3C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557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3F2ED-3FF5-2E12-DC3D-6B8259B98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85D06-132C-3F41-8E45-BDA5CAF82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FB1941-36F6-9D5F-1ADA-FF5994275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B6FA20-AC93-45F4-17A3-0EB3EB6602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4FD043-189F-A87E-E90C-45EA653081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FF3B6C-EF43-4137-DAA7-74445857F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4896D-509C-4494-AAE1-C3BEC71AEC0D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E39A44-40A1-28E3-F7CE-C8DF9FE6C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B3DB65-58C5-1D19-B810-478A477A4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D4E61-232D-4CD7-8BFC-563809F3C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266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4C08E-C561-F52C-9289-B7988D399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C53DD3-DC1B-EC23-B32D-28734E057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4896D-509C-4494-AAE1-C3BEC71AEC0D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DF33F4-E582-E182-158B-72F3FF197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553682-4B07-7810-1084-E06801A08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D4E61-232D-4CD7-8BFC-563809F3C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070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5E09C3-506F-22AE-33CC-86F3A7C78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4896D-509C-4494-AAE1-C3BEC71AEC0D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CA34D2-9B30-852F-B292-46B5CD7E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879FD-0D41-209A-4127-58CC672C0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D4E61-232D-4CD7-8BFC-563809F3C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606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922A8-6BB7-11FD-85B2-6B16494AD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95EB1-0A7D-044A-BA34-D49E28D34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6862EC-DFC1-8539-584C-6F5196BF2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790C9-9E1C-9E80-9B54-DBBE328B9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4896D-509C-4494-AAE1-C3BEC71AEC0D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117E64-B2B4-5593-77DE-ACA072501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75696B-AE3A-4DAB-6478-746ACAFC7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D4E61-232D-4CD7-8BFC-563809F3C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100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29D58-3A5B-617E-A774-E9DF5FB64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2E337A-3D0B-8164-906D-107754F091E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1B4DE9-07CA-202D-0B4F-FB0136C45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6E6DDC-EB5C-97EB-DA54-21A484B98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4896D-509C-4494-AAE1-C3BEC71AEC0D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8DD32-1155-223D-4BB0-B0EBDE4EE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99A5D-ED3C-D563-7BC6-EE1E8261D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D4E61-232D-4CD7-8BFC-563809F3C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340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6096F-24BD-C870-14B5-3EB3F91A9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41B137-932F-DE4A-FFB0-FF319ECF07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1A218-ED48-6D2C-7B9E-23A5A3C38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4896D-509C-4494-AAE1-C3BEC71AEC0D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514E4-E8D5-6B15-D0BA-C791D70CB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62BB0-5F6B-4C87-FAD5-18E09552A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D4E61-232D-4CD7-8BFC-563809F3C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132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EDB0D3-C669-CE58-7CE9-E5664FF00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A82553-9DA6-0043-2F33-619615518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7DFAB-CB86-CCA8-AC96-6DF714147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4896D-509C-4494-AAE1-C3BEC71AEC0D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F1898-17B5-9D66-53C3-214C97556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39A1E-2015-E74A-C693-A83269534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D4E61-232D-4CD7-8BFC-563809F3C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484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1E0F1B-B254-4D1C-FE08-9321C62B1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B488C0-160F-B6AD-6B53-C7A8956DA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E1803-6B09-EA10-1392-D9FFEA2727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4896D-509C-4494-AAE1-C3BEC71AEC0D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4F3A2-84AC-0BA2-08BC-B0DA236647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D8309-9C80-8C5F-3CAE-028F0B8D2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D4E61-232D-4CD7-8BFC-563809F3C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469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9B594A-9845-5F6B-864C-E83EB992A2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258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8BD6F8-E3D2-7091-922F-8E7D4F475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949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1F5274-2CCB-B874-61CA-D3E0F822EA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464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9024F9-D2E1-6129-86C0-8B208700E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4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1AC361-A484-56B6-B5A8-622DD1C0A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237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1B885C-0D1E-7DF0-2F77-FE28D2AE5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647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Mohmsd Asif Lone</dc:creator>
  <cp:lastModifiedBy>Mohmsd Asif Lone</cp:lastModifiedBy>
  <cp:revision>1</cp:revision>
  <dcterms:created xsi:type="dcterms:W3CDTF">2026-10-25T11:09:16Z</dcterms:created>
  <dcterms:modified xsi:type="dcterms:W3CDTF">2026-10-25T11:13:53Z</dcterms:modified>
</cp:coreProperties>
</file>