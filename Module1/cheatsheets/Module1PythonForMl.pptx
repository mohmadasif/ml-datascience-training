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9" r:id="rId4"/>
    <p:sldId id="258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9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0B58-D4A2-957E-5B3F-920867812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5AC55-205B-7D9A-E87D-B32505307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665C-7EC6-4E6C-D810-88E5EB6B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3DE5C-F9BC-67E1-822E-1613EE20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0DD79-3781-5AD2-56F6-A30B2A0D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26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6EF48-7EF8-AA04-DFDD-AB6EB89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07C49-1531-A9A8-DE04-C6C656C3F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2328-39D4-ED75-C171-2B1609D7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D4604-9247-E498-5F1B-B9C895BE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73BD-A56B-955D-3B64-96B25032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77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B39D-6F18-C4F6-8EC7-732BB1BD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5D57E-1287-6E02-CF1C-825EBE19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C74AD-444E-F48A-D632-DE90E84C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71E99-1C23-A709-E1D7-C588D00B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09763-DFB3-0C23-0548-E2CA08A8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4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BF22-6310-476D-955C-77B62F3D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715C-221B-10E5-C515-F12BCEFAE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ED2F-35E9-D3D0-8AAF-EB23FB7BE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F901E-DB31-C79C-1B2E-CE044CE8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0DDC-F5EF-2E0D-A10D-8A9198B7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8C3E1-2293-F0C7-32A0-2B536AC6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42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02C9-81C7-8913-42AD-AA8C2993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3C42B-B331-6B06-6DDF-4B8ACEC8C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DACBE-D993-DD54-0F9A-EBE0D25DC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39E21-7C69-290B-7C29-25DEA9395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D47C2-97F3-8E5B-F84C-FC7B0619E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496AD-7C32-B03F-31FD-D646D3DB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C21EE-0312-0A23-A772-2FBCD1A6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8E061-3B2E-9F29-A880-60C3EA6E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4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994C-6C89-188F-02C0-71C6E3D1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59EE4-D5D5-E76E-66BA-87AD5B2F3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7DBF2-0EA3-117D-88AA-710F0F96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A7059-DD6D-EDA8-DF61-A928DBA8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71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544B5-5B5B-751C-210C-004574E1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D20BB6-3186-85EA-EAC8-9A448E4E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3F502-3A24-C0F9-713A-CC952BF3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5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B99A-02B1-D219-1CD3-6A9EE2FD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0BAB-3BF0-03B6-1BF3-D4A46749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56E7A-9F37-00F5-0493-A41D25CFF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4D287-9639-49CD-E814-5FA9A36A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B154E-ED16-6C04-2EE9-56C05FE4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A8A09-1853-EF2F-5149-7AE7F695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76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7EA3-FC8F-91DD-F358-527D8562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00C15-9329-5039-266A-C0A9A72BC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BEF8D-2837-DD96-3F28-B724583B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0DB1D-B042-A12A-EBDC-F0DF76B8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2C4C1-03C2-0815-B636-80139189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322A8-DD28-6289-3346-7A03BB05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6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D4F1-7C9E-7B5E-0323-4ED9324D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EC754-2365-A3F4-76C2-6E52DFB60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42E6-F4B3-BF62-8174-E76FEF5D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A8808-F9E7-DBBD-A142-B2532A04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EFC76-7CAC-645A-16A5-6D89082F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44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232A72-6315-06D3-4741-60F9A4BBA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9F3CE-25E1-E923-9A9C-D5E49C43E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D841-3EFF-2B6B-E966-A9993A80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05BBF-9EA6-D2DC-42C0-ABA2CAFB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876C4-14F5-68DD-4FCF-F6D94E10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33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B1ECC-8E2B-3BF8-3135-5866B5E0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7B91-5AF7-8450-0F3D-3C467F102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68DBD-F051-2E6C-56E6-5B896F184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833CD-FDFB-49FF-AED6-A34348D2CB9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3D45-1ED8-BFF8-50EF-51799E9DF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6960B-4D38-BFCC-4C1F-1778665BD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BF7CD-34B0-4FA4-A2A1-4563B2A4A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69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B960-81AA-E10E-814B-5262C50B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AND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DEA4A-8BAC-83FF-53FF-CC79E4C35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20-08-2026 MAL</a:t>
            </a:r>
          </a:p>
        </p:txBody>
      </p:sp>
    </p:spTree>
    <p:extLst>
      <p:ext uri="{BB962C8B-B14F-4D97-AF65-F5344CB8AC3E}">
        <p14:creationId xmlns:p14="http://schemas.microsoft.com/office/powerpoint/2010/main" val="301331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9F1039-BD5E-8187-CC3E-FF1BB443D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4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48FDB9-5589-B1A1-D9A8-889696097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70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5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E9BF43-FDB8-0D76-3B2D-D6F4586EC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406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9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9033-633F-1020-719E-382F2C95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PANDAS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6ABD7-413D-06D3-20F3-C0707654A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MAL</a:t>
            </a:r>
          </a:p>
        </p:txBody>
      </p:sp>
    </p:spTree>
    <p:extLst>
      <p:ext uri="{BB962C8B-B14F-4D97-AF65-F5344CB8AC3E}">
        <p14:creationId xmlns:p14="http://schemas.microsoft.com/office/powerpoint/2010/main" val="262777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217ECD-9ECA-B904-528A-32C2911B6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6" y="0"/>
            <a:ext cx="11906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0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8568F0-1AAD-82BD-F112-628DBA86E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" y="-15240"/>
            <a:ext cx="12085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9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DATA SCIENCE AND MACHINE LEARNING</vt:lpstr>
      <vt:lpstr>PowerPoint Presentation</vt:lpstr>
      <vt:lpstr>PowerPoint Presentation</vt:lpstr>
      <vt:lpstr>PowerPoint Presentation</vt:lpstr>
      <vt:lpstr>PANDAS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Mohmsd Asif Lone</dc:creator>
  <cp:lastModifiedBy>Mohmsd Asif Lone</cp:lastModifiedBy>
  <cp:revision>8</cp:revision>
  <dcterms:created xsi:type="dcterms:W3CDTF">2026-08-20T01:17:34Z</dcterms:created>
  <dcterms:modified xsi:type="dcterms:W3CDTF">2026-08-22T05:32:08Z</dcterms:modified>
</cp:coreProperties>
</file>