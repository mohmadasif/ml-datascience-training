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6BEC1-392B-7E32-4885-88C1E26B70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AB638B-6183-D0E0-AB5D-3950D0612F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B555C-2E3F-9D47-2563-B89BE089A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FD969-792A-4B24-8F57-408E1C5B39E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52D53-A620-3FF9-2008-B94ED0CDC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16D06-883C-73AB-A632-6225744F1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0BDAB-997B-403E-B7D8-2845C4C188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5348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35E9E-BDE2-F10B-ADF9-DEA874574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50AA0-452B-9DDF-3C2D-EDAB3F2E5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E31F5-89A5-C0A9-ABC2-08EE683A7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FD969-792A-4B24-8F57-408E1C5B39E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CE258-3243-EACD-2DAD-90479D4C2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F3A2B-DFA0-53B2-2F92-AF8D45229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0BDAB-997B-403E-B7D8-2845C4C188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105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B1723-8074-1EC0-459A-3355ED3C7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B7F98-7076-57AB-197A-CE75DA3DF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0428E-8C70-30B6-CDF5-34CE06CA3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FD969-792A-4B24-8F57-408E1C5B39E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E1653-0D20-B4C6-522A-72F7E8EAD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0A652-617C-12EF-6B4C-4CA296FEC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0BDAB-997B-403E-B7D8-2845C4C188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5692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5B3B9-D21B-B663-1E1A-CDD0FE405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A9885-1259-6ED1-8348-760738CC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5CD3F2-F180-12A3-97C7-3F5A966C9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BB1E3-F063-728E-5FF6-F2EB37DE2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FD969-792A-4B24-8F57-408E1C5B39E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EBA46F-C799-2573-C880-9BEE72D7E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7691E3-CFBA-8FA3-416F-F3DC26EA2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0BDAB-997B-403E-B7D8-2845C4C188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568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594BD-50EB-638B-E9DB-903E6E4ED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1BFF37-EAA7-0555-E9FC-81033E8BF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4AF47-3105-E9A4-1936-B114009053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93136C-44CE-1452-0DEC-C25C90C4D4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1A14B1-D1A5-F9AB-23D0-C9A8BDB47E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9FCD90-9206-10E0-2381-9BA0BADE8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FD969-792A-4B24-8F57-408E1C5B39E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A9F238-D521-163B-5300-4EC91F20F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CA9B7B-6043-9A6A-6439-49363FD22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0BDAB-997B-403E-B7D8-2845C4C188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968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AA33E-3DF9-62B1-2954-FE29B61E8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572F58-D1DF-520E-707F-24988B71F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FD969-792A-4B24-8F57-408E1C5B39E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2A852A-5963-8F6B-FD7D-05D2740F8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D143A-5CD3-F1BD-289F-898F41A93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0BDAB-997B-403E-B7D8-2845C4C188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150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99C9CB-7900-7655-D7F2-066CB162A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FD969-792A-4B24-8F57-408E1C5B39E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D03303-7424-F2CB-6916-351D5C0C8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AFE71-51FB-6182-115C-F64F199AA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0BDAB-997B-403E-B7D8-2845C4C188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9731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0C029-2656-25A4-5C98-D25E3672A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8F7BC-9848-C7EC-4A90-5A3C6B023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8C7896-0374-8A34-6C50-714EE70236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3F564-6D45-E80E-5500-877A3823B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FD969-792A-4B24-8F57-408E1C5B39E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FC88A0-9FDD-762A-7046-9C2889527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E290ED-A87E-3F67-094C-EC108C214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0BDAB-997B-403E-B7D8-2845C4C188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506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3FC5E-E5CC-63C4-4F75-47288E91F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13774E-891D-7D7C-7A25-F8A09239C6A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0F7E72-AAF5-3CA1-0B4B-F3A5EA70E8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527F69-FD08-5BAA-C137-F180A6948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FD969-792A-4B24-8F57-408E1C5B39E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6453AB-F2AF-ABB5-23FF-9FEE41A81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159DA6-7BB2-CD25-5831-BA8E1B2C8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0BDAB-997B-403E-B7D8-2845C4C188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7754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4E298-E1DD-FFEE-6313-898301FA4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1A30D2-EE94-C957-2445-0D308A155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E3F7E-6D46-13AD-4DDF-5F490937C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FD969-792A-4B24-8F57-408E1C5B39E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9C5BB-C385-5CEC-D409-8AEF6DD70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C8E94-C94F-1AB8-DF2E-45D009B93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0BDAB-997B-403E-B7D8-2845C4C188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793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56F073-9D14-1710-2714-15CBDB9EB9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E1FA53-6E9E-3C31-3C9C-FB249D096B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F8E10D-0CC5-8A7F-D495-360E292D0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FD969-792A-4B24-8F57-408E1C5B39E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05D3B-8C46-069C-8185-54F7C4247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B6B28-7B67-B350-00EB-68437656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0BDAB-997B-403E-B7D8-2845C4C188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253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C91550-FB5F-6EBF-A23D-F5DD5048F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603E5-A406-594D-A9F8-EA528FA29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08494-FC93-A6F2-362E-175B4E85C9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2FD969-792A-4B24-8F57-408E1C5B39E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09BB0-4A61-3DE7-9283-D9FFC4CFAE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44D8E-222B-64DD-C035-4C886848E4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60BDAB-997B-403E-B7D8-2845C4C188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1310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BFB86-6CC0-BD11-A288-AEC2CDBA54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Module-4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628DBE-F527-AE64-93C1-BD44646985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UNSUPERVISED LEARNING</a:t>
            </a:r>
          </a:p>
        </p:txBody>
      </p:sp>
    </p:spTree>
    <p:extLst>
      <p:ext uri="{BB962C8B-B14F-4D97-AF65-F5344CB8AC3E}">
        <p14:creationId xmlns:p14="http://schemas.microsoft.com/office/powerpoint/2010/main" val="2165980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F45A88-5B10-3AC8-4731-BEB6BD34AA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604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A2E9EE-D41E-3924-2302-8A65EF1CD5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599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9F29B2-E748-1F5A-EFA5-751CFECD0E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564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</Words>
  <Application>Microsoft Office PowerPoint</Application>
  <PresentationFormat>Widescreen</PresentationFormat>
  <Paragraphs>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Module-4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Mohmsd Asif Lone</dc:creator>
  <cp:lastModifiedBy>Mohmsd Asif Lone</cp:lastModifiedBy>
  <cp:revision>1</cp:revision>
  <dcterms:created xsi:type="dcterms:W3CDTF">2026-10-06T05:30:17Z</dcterms:created>
  <dcterms:modified xsi:type="dcterms:W3CDTF">2026-10-06T05:38:53Z</dcterms:modified>
</cp:coreProperties>
</file>